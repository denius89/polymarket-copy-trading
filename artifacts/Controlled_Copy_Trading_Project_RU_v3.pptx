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5bfc0256694d85" /><Relationship Type="http://schemas.openxmlformats.org/officeDocument/2006/relationships/extended-properties" Target="/docProps/app.xml" Id="Raac380edc7d14f1c" /><Relationship Type="http://schemas.openxmlformats.org/officeDocument/2006/relationships/officeDocument" Target="/ppt/presentation.xml" Id="R641d0618cbee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71af05358425e"/>
  </p:sldMasterIdLst>
  <p:notesMasterIdLst>
    <p:notesMasterId xmlns:r="http://schemas.openxmlformats.org/officeDocument/2006/relationships" r:id="Re4dbf6b6c7dd4a68"/>
  </p:notesMasterIdLst>
  <p:sldIdLst>
    <p:sldId xmlns:r="http://schemas.openxmlformats.org/officeDocument/2006/relationships" id="256" r:id="R9b7cf755fdc34aa0"/>
    <p:sldId xmlns:r="http://schemas.openxmlformats.org/officeDocument/2006/relationships" id="257" r:id="Rb8e00e62627a448f"/>
    <p:sldId xmlns:r="http://schemas.openxmlformats.org/officeDocument/2006/relationships" id="258" r:id="R3c833bee788f4c20"/>
    <p:sldId xmlns:r="http://schemas.openxmlformats.org/officeDocument/2006/relationships" id="259" r:id="R39f7cd525e6448ae"/>
    <p:sldId xmlns:r="http://schemas.openxmlformats.org/officeDocument/2006/relationships" id="260" r:id="Re0f28e1c241d41ab"/>
    <p:sldId xmlns:r="http://schemas.openxmlformats.org/officeDocument/2006/relationships" id="261" r:id="Rd14e12bfb9374109"/>
    <p:sldId xmlns:r="http://schemas.openxmlformats.org/officeDocument/2006/relationships" id="262" r:id="R808b3d1cfe714735"/>
    <p:sldId xmlns:r="http://schemas.openxmlformats.org/officeDocument/2006/relationships" id="263" r:id="R8e03189ec6e9463f"/>
    <p:sldId xmlns:r="http://schemas.openxmlformats.org/officeDocument/2006/relationships" id="264" r:id="R9e3b0dc2446640e6"/>
    <p:sldId xmlns:r="http://schemas.openxmlformats.org/officeDocument/2006/relationships" id="265" r:id="Rd8a0ff77d3924e9a"/>
    <p:sldId xmlns:r="http://schemas.openxmlformats.org/officeDocument/2006/relationships" id="266" r:id="R3000d4b116574f9e"/>
    <p:sldId xmlns:r="http://schemas.openxmlformats.org/officeDocument/2006/relationships" id="267" r:id="Rb6446dcec8a743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a32d29971f4cb6" /><Relationship Type="http://schemas.openxmlformats.org/officeDocument/2006/relationships/slideMaster" Target="/ppt/slideMasters/slideMaster1.xml" Id="R00571af05358425e" /><Relationship Type="http://schemas.openxmlformats.org/officeDocument/2006/relationships/notesMaster" Target="/ppt/notesMasters/notesMaster1.xml" Id="Re4dbf6b6c7dd4a68" /><Relationship Type="http://schemas.openxmlformats.org/officeDocument/2006/relationships/presProps" Target="/ppt/presProps.xml" Id="R27ecb4ad38734726" /><Relationship Type="http://schemas.openxmlformats.org/officeDocument/2006/relationships/tableStyles" Target="/ppt/tableStyles.xml" Id="R9cb49f765afa43c5" /><Relationship Type="http://schemas.openxmlformats.org/officeDocument/2006/relationships/slide" Target="/ppt/slides/slide1.xml" Id="R9b7cf755fdc34aa0" /><Relationship Type="http://schemas.openxmlformats.org/officeDocument/2006/relationships/slide" Target="/ppt/slides/slide2.xml" Id="Rb8e00e62627a448f" /><Relationship Type="http://schemas.openxmlformats.org/officeDocument/2006/relationships/slide" Target="/ppt/slides/slide3.xml" Id="R3c833bee788f4c20" /><Relationship Type="http://schemas.openxmlformats.org/officeDocument/2006/relationships/slide" Target="/ppt/slides/slide4.xml" Id="R39f7cd525e6448ae" /><Relationship Type="http://schemas.openxmlformats.org/officeDocument/2006/relationships/slide" Target="/ppt/slides/slide5.xml" Id="Re0f28e1c241d41ab" /><Relationship Type="http://schemas.openxmlformats.org/officeDocument/2006/relationships/slide" Target="/ppt/slides/slide6.xml" Id="Rd14e12bfb9374109" /><Relationship Type="http://schemas.openxmlformats.org/officeDocument/2006/relationships/slide" Target="/ppt/slides/slide7.xml" Id="R808b3d1cfe714735" /><Relationship Type="http://schemas.openxmlformats.org/officeDocument/2006/relationships/slide" Target="/ppt/slides/slide8.xml" Id="R8e03189ec6e9463f" /><Relationship Type="http://schemas.openxmlformats.org/officeDocument/2006/relationships/slide" Target="/ppt/slides/slide9.xml" Id="R9e3b0dc2446640e6" /><Relationship Type="http://schemas.openxmlformats.org/officeDocument/2006/relationships/slide" Target="/ppt/slides/slide10.xml" Id="Rd8a0ff77d3924e9a" /><Relationship Type="http://schemas.openxmlformats.org/officeDocument/2006/relationships/slide" Target="/ppt/slides/slide11.xml" Id="R3000d4b116574f9e" /><Relationship Type="http://schemas.openxmlformats.org/officeDocument/2006/relationships/slide" Target="/ppt/slides/slide12.xml" Id="Rb6446dcec8a743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7a8f97b7f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8c216382b84c19" /><Relationship Type="http://schemas.openxmlformats.org/officeDocument/2006/relationships/notesMaster" Target="/ppt/notesMasters/notesMaster1.xml" Id="Racb6f9f803ae47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d49785b514f95" /><Relationship Type="http://schemas.openxmlformats.org/officeDocument/2006/relationships/notesMaster" Target="/ppt/notesMasters/notesMaster1.xml" Id="R467d236c4571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4380cddec4a58" /><Relationship Type="http://schemas.openxmlformats.org/officeDocument/2006/relationships/notesMaster" Target="/ppt/notesMasters/notesMaster1.xml" Id="R8a24e5b853cc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c41f6541b48f6" /><Relationship Type="http://schemas.openxmlformats.org/officeDocument/2006/relationships/notesMaster" Target="/ppt/notesMasters/notesMaster1.xml" Id="R8879ab92e6f04a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6b04bbfc1486d" /><Relationship Type="http://schemas.openxmlformats.org/officeDocument/2006/relationships/notesMaster" Target="/ppt/notesMasters/notesMaster1.xml" Id="Rafdc0e8148cf4d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93ab3f53e456c" /><Relationship Type="http://schemas.openxmlformats.org/officeDocument/2006/relationships/notesMaster" Target="/ppt/notesMasters/notesMaster1.xml" Id="R82e52006d39548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1f0bf945334a9f" /><Relationship Type="http://schemas.openxmlformats.org/officeDocument/2006/relationships/notesMaster" Target="/ppt/notesMasters/notesMaster1.xml" Id="R116b0fd59f3841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c8cfcfd6f544c6" /><Relationship Type="http://schemas.openxmlformats.org/officeDocument/2006/relationships/notesMaster" Target="/ppt/notesMasters/notesMaster1.xml" Id="R477e090fffe44f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da0c23df974410" /><Relationship Type="http://schemas.openxmlformats.org/officeDocument/2006/relationships/notesMaster" Target="/ppt/notesMasters/notesMaster1.xml" Id="R3ae4e9ee885141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40d5c6a91349fd" /><Relationship Type="http://schemas.openxmlformats.org/officeDocument/2006/relationships/notesMaster" Target="/ppt/notesMasters/notesMaster1.xml" Id="Ra8b2b45094a544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a28cab61204056" /><Relationship Type="http://schemas.openxmlformats.org/officeDocument/2006/relationships/notesMaster" Target="/ppt/notesMasters/notesMaster1.xml" Id="R4d35dfcd80d349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8191aec091495a" /><Relationship Type="http://schemas.openxmlformats.org/officeDocument/2006/relationships/notesMaster" Target="/ppt/notesMasters/notesMaster1.xml" Id="Rc9bd2778ab4c4b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Обновлённая партнёрская версия. Главный тезис: сначала доказать копируемость стратегии под бюджет пользователя, затем включать автоматизацию. Изображение сохранено из исходной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как набор проверяемых факторов: доступный размер, фактическая цена, полная стоимость и сохранение контроля.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Сегменты баланса — коммерческие ориентиры, а не технические минимумы. Сервис не принимает локальные деньги и не интегрируется с MobCash; агентский обмен находится вне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Shadow-copy — 72-часовая симуляция на живых данных без размещения реальных ордеров. Пользователь может выбрать трейдера из рейтинга или вставить адрес.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Старый вход помечается STALE и пропускается. Старый выход не пропускается вслепую: состояние сначала сверяется. Критические ошибки и остановки уведомляются сразу.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Polyfox рассматривается как прямой аналог. Указанная комиссия 1% основана на пользовательской информации проекта; перед внешней публикацией требуется повторная проверка актуальных условий. Сравнение не является исчерпывающим аудитом конкурента.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Polymarket — первый кандидат, Limitless — альтернатива или второй адаптер. Решение зависит от API, ликвидности, качества данных, комиссий, безопасности и допустимости для выбранной страны. Обход ограничений не рассматривается.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Ручное, защитное и аварийное закрытие не облагается сервисной комиссией. Нет комиссии за депозит, вывод, подключение трейдера, неисполненные заявки или аналитику. VIP-ставки — пределы, не стандартный тариф.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первого платного тарифа: 62,5% taker × 0,50% + 37,5% maker × 0,25% = 0,40625%. Подтверждённый тариф: 62,5% × 0,75% + 37,5% × 0,35% = 0,60%. Это сценарий, а не прогноз дохода.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Ставки: 25% на старте, 30% после подтверждения результатов, до 35% для стратегических VIP-партнёров. Агент получает долю только от реально полученной сервисной комиссии.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— исследовательские ворота, а не подтверждение product-market fit. MVP и реальные ордера остаются на паузе до продуктовых, технических, security и legal-gates.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Заключительный слайд для обсуждения с партнёрами и знакомыми. Не является предложением инвестировать, финансовой рекомендацией или обещанием доходности.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58672d27a4a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9f52ac5074a7f" /><Relationship Type="http://schemas.openxmlformats.org/officeDocument/2006/relationships/slideLayout" Target="/ppt/slideLayouts/slideLayout1.xml" Id="R5ae9219ef8fd4e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e9219ef8fd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a28e42137449d" /><Relationship Type="http://schemas.openxmlformats.org/officeDocument/2006/relationships/image" Target="/ppt/media/image.png" Id="R99930f4f77a54792" /><Relationship Type="http://schemas.openxmlformats.org/officeDocument/2006/relationships/notesSlide" Target="/ppt/notesSlides/notesSlide1.xml" Id="R9f120cbcc76243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e5be604aa497c" /><Relationship Type="http://schemas.openxmlformats.org/officeDocument/2006/relationships/notesSlide" Target="/ppt/notesSlides/notesSlide2.xml" Id="Rca87c94582f749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591f9a88b40b9" /><Relationship Type="http://schemas.openxmlformats.org/officeDocument/2006/relationships/notesSlide" Target="/ppt/notesSlides/notesSlide3.xml" Id="R02e92436e5f741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b55925d524e34" /><Relationship Type="http://schemas.openxmlformats.org/officeDocument/2006/relationships/notesSlide" Target="/ppt/notesSlides/notesSlide4.xml" Id="R88407d1b9c3c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f8e70cfd46aa" /><Relationship Type="http://schemas.openxmlformats.org/officeDocument/2006/relationships/notesSlide" Target="/ppt/notesSlides/notesSlide5.xml" Id="R5cdd2cd3f00b47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d39901f0744f0" /><Relationship Type="http://schemas.openxmlformats.org/officeDocument/2006/relationships/notesSlide" Target="/ppt/notesSlides/notesSlide6.xml" Id="Rb68f3b0ae8a4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9692876f84d96" /><Relationship Type="http://schemas.openxmlformats.org/officeDocument/2006/relationships/notesSlide" Target="/ppt/notesSlides/notesSlide7.xml" Id="Rb2759a69ad454b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debb4a2dc43ba" /><Relationship Type="http://schemas.openxmlformats.org/officeDocument/2006/relationships/notesSlide" Target="/ppt/notesSlides/notesSlide8.xml" Id="R765f51bcc18844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7e864a5be4228" /><Relationship Type="http://schemas.openxmlformats.org/officeDocument/2006/relationships/notesSlide" Target="/ppt/notesSlides/notesSlide9.xml" Id="R8cbb8a243fd44e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434b9c07d4f65" /><Relationship Type="http://schemas.openxmlformats.org/officeDocument/2006/relationships/notesSlide" Target="/ppt/notesSlides/notesSlide10.xml" Id="Rbf45d0c73d7b4a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2987f1ce34518" /><Relationship Type="http://schemas.openxmlformats.org/officeDocument/2006/relationships/notesSlide" Target="/ppt/notesSlides/notesSlide11.xml" Id="Rc76a2c481d694b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592c2334a43e7" /><Relationship Type="http://schemas.openxmlformats.org/officeDocument/2006/relationships/notesSlide" Target="/ppt/notesSlides/notesSlide12.xml" Id="R7b1bae696fb64c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30f4f77a5479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0458-DA7F-4A8E-9AA7-13332A9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3C6CD-AADB-4379-BB58-08994B0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Контролируемое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копирование сделок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91F1-08EC-402B-B097-288FC7E5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D6E6"/>
                </a:solidFill>
                <a:latin typeface="Arial"/>
                <a:ea typeface="Arial"/>
                <a:cs typeface="Arial"/>
              </a:rPr>
              <a:t>Prediction markets · партнёрская версия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542C-8612-4A75-B5AC-851650B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Сначала проверяем копируемость под бюджет —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затем автоматизируем с понятными лимитами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D7C4A-0FF6-4329-8B0A-7BCC1BB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9A8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9A8B8"/>
                </a:solidFill>
                <a:latin typeface="Arial"/>
                <a:ea typeface="Arial"/>
                <a:cs typeface="Arial"/>
              </a:rPr>
              <a:t>Обновлённая концепция ·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979266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4B4E0-0FC6-40F2-8ABF-0ADA388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Успешный трейдер ≠ повторимый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A85D-D7CB-4EFD-A6B8-4EA8160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Небольшой бюджет усиливает влияние цены, задержки и комиссий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E88B-7674-45E0-8EE7-CDD9F89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7D85-273D-4D61-A51E-6786A0E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89ECE-15FA-420C-AF56-C13E16CA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Доступный размер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3AD66-AEBC-446A-A5BA-C594A7D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Минимальный ордер и ликвидность могут сделать сделку недоступной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1481-9249-444E-BC86-70BEF79B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6C49-F4F8-4A50-9AB9-92B452D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0FE0-7644-4E48-AA3A-3323567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Цена исполнения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B236-9033-4538-9A9C-C76E059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Копия приходит позже и получает другую цену или частичный fill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1514A-2952-402A-84F2-E47C68B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90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B1909-011F-4B9D-B9F2-43F2395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57BAA-BDDC-41A1-A524-8E5F71C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Стоимость стратегии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F3EEF-FA54-4D34-A1B8-1D02EBE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Комиссии и частый оборот могут съесть ожидаемую доходность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9AEB3-1F03-4544-A951-4355F4B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24713-7877-4CB0-A8B3-548F77B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25619-7A06-4856-BEC7-FCCD8D0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Контроль риска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D741B-9FEE-4A3A-BD9E-B29E550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После входа нужны понятные лимиты, пауза и ручное закрытие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F4A8A-2B60-48EF-B655-86AC22B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245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AC0D3-F43A-44B8-A0CF-616ADA3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816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Нужна проверка копируемости до реальных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1ADF2-8C37-4A16-988A-80A622D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C52E9-6F95-4E95-A6B4-074A5CA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459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94A95-A0A7-44A2-A68D-28E27B3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Для кого проверяем первую версию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D11D-1906-43BE-96E9-B7CE596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Мобильный пользователь из агентского канала, знакомый с USDT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D716-E8BD-4632-9596-85275C4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81E84-9CA5-4849-8A0A-6BE5824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Первый пользователь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890A3-4393-4E1B-8D24-85D4A3F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использует смартфон как основной экран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покупает USDT у внешнего агента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 тестировать с $50–200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хочет простой вход на нативном языке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ACE6-F989-4B4B-8110-3CC78C1A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Канал привлечения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D303E-D4D8-45B0-9DEB-823C4AE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агенты уже работают с этой аудиторией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сервис не принимает локальные платежи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 помогает купить или продать USDT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проект даёт готовую модель привлечения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122B2-7C61-4B1C-9085-20E3A739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8577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24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DB4D6-46BD-4E25-84D7-7E31B30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Коммерческий ориентир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A21CC-2CCB-446C-B043-1BB264D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$150–200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ED1E1-7429-447E-AD2F-7A42C779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00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526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8937-3FA7-4CC8-8A89-BB4EF9D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7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ED2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ED2DC"/>
                </a:solidFill>
                <a:latin typeface="Arial"/>
                <a:ea typeface="Arial"/>
                <a:cs typeface="Arial"/>
              </a:rPr>
              <a:t>$50–149 — тестовый сегмент
$500+ — устойчивее для экономики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A8FF1-BDFF-4FD3-9F07-26455E8C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89E58-3EDC-478F-A430-9BAA04C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414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4C885-2AD0-4A97-A62A-A821009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Путь от интереса до автоматизации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434B-B616-4360-8C9A-3192F06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Каждый шаг снижает риск до первой реальной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63C1-ECA0-4F63-99EA-96D7291C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7C181-2392-4FBB-BFD2-CBCEDED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ED1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84734-28E2-4CB7-9157-BF921E5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96ED-CF1F-4A8D-B6CA-80DE36F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DC99-63E8-4960-9C28-E5BB841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Вход по ссылке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08511-A9BC-499D-ABB2-1993BC8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ссылка или код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EDA1F-48E2-44B8-B975-73FD4FC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EF897-C52B-4F27-AAC4-7742B9D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16A25-5ED1-43CE-BE71-8D2A825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Бюджет и выбор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35D61-1E11-4EE0-B468-10636BF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рейтинг / адрес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C647F-B5D3-4A46-BCA6-5ACDB56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E44A0-3AFB-48DA-8D10-368614A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C55DD-30DE-421B-B7B2-326B0CA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Shadow 72 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A5FFD-FB5A-49E4-9FA5-3A6C3D0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без реальных денег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2536E-EEB5-4069-AAF6-ED9BACD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F8044-B444-4471-AEA7-2789B81A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02EFD-D086-47B2-B374-1C0FC02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Лимиты риска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B811B-A00B-44CC-96E5-97D3459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бюджет и покупки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A1944-E468-4A77-B670-13FC7650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E95D9-AD7C-4A29-8551-E3A3BF7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86BAF-4802-4902-BC0F-A5C46D7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Автокопия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0C859-69BA-47C1-8614-9FA0CC6F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fills и контроль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3E0E9-47BF-4176-8833-E3E5D13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48250"/>
            <a:ext cx="8724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EEF75-0F53-4D99-8EEC-7FDDF25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53025"/>
            <a:ext cx="796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Система показывает, что исполнено, пропущено и сколько это стоило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44C33-6680-4680-9572-BAA16B4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1FB71-0603-4B4A-AE2C-2755016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027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E8EE-E4C7-40A4-BD52-9677DA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остаётся у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D2EC-9B87-4B90-A2B4-F1BEAA3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Лимиты понятны до запуска и действуют на каждую новую сделку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F639-1357-45CB-9FF6-2F23AD8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94C"/>
          </a:solidFill>
          <a:ln xmlns:a="http://schemas.openxmlformats.org/drawingml/2006/main" w="9525">
            <a:solidFill>
              <a:srgbClr val="2B6B7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0272-C722-4861-972B-09CBF54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ЛИМИТЫ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F5DB-B0CD-4CFD-874F-AD522B22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Бюджет трейдера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9D60-7B8C-4C1D-9EFE-98EBB13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$50 = максимум $50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2227B-9CBA-437E-95B0-D44E31A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Дневные покупки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02927-76EE-4E39-A32E-5AC9F72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новый риск ограничен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10A16-9409-4267-8DA0-B42742A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Устаревшие сделки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F4101-D8A4-457D-9546-339A35D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поздний вход пропускается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11A7A-2EF2-4F94-92E9-FF76100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Объяснимость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08500-2068-4393-A194-7A4528F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цена, задержка, причина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FE2DF-425D-4539-81E4-792A666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Пауза и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C8477-CF23-4A19-B84C-5461605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ручное закрытие: 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A411D-BA5E-4987-97CB-A657BE1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18478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EF499-1937-47FC-8776-4424945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18478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E26BD-19C7-4710-8025-884715F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70485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E0FD5-10D7-4E31-B9E3-F277BDD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1257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9296F-CCB8-4BCF-AFDC-A95DEE0B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70485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48746-B983-440F-8FCF-62DB9F9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9141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DB241-C1EE-488F-B616-8A8090E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Почему одного backtest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D8FC-2329-488A-AF75-BB62422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Polyfox — прямой аналог; наш фокус — достижимый результат копировщика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483E-5775-4B1D-8FA0-823985D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429000"/>
                <a:gridCol w="4152900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Polyfox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подход</a:t>
                      </a:r>
                    </a:p>
                  </a:txBody>
                  <a:tcPr marL="91440" marR="91440" marT="45720" marB="45720">
                    <a:solidFill>
                      <a:srgbClr val="087F7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стратегии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Backtest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Live shadow 72 часа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Комиссия сервиса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1% с исполнения*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Maker 0,25–0,35%; taker 0,50–0,75%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копировщика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Бэктест стратегии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Фактический shadow P&amp;L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 позицией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Ограничено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Пауза, detach, ручной выход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Объяснение исполнения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Неполное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Цена, задержка, причина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Базовые настройки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Бюджет трейдера + дневной лимит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D4817-4C49-4B09-A9EC-E8BD0E9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* Условия конкурента перепроверяем перед публичным использованием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EF6F4-2244-4224-AF9F-CBBBA5A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8B02A-06E5-422E-91A3-9219380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6473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71057-7A7E-42E7-A8DC-6629E05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Площадку выбираем вместе с географией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98113-0C57-43A2-ABB0-37B64A5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Один продуктовый слой — разные адаптеры исполнения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18066-E878-4075-A6D5-130C5EF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DCC3-E975-4273-B1DD-4AE0C7B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Первый кандидат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14D1-4859-4B51-9B1D-F9205C29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Polymarket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2362C-CD8D-421E-9E0F-9EC77F5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Зрелая ликвидность и данные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проверяем доступность по GEO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и качество фактической копии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12205-230A-4488-AF9F-C76016E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0CF0-C744-4B43-8FD5-A93E3143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Альтернатива / второй адаптер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D448-C6A6-427F-8826-A04C5740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Limitless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7E094-1D25-4F5C-8C3C-0E16FCE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API и работа на Base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проверяем историю, ликвидность,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комиссии и ограничения стран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BA4A2-F875-486B-B328-6DF13EE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0203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FEF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17C6-1272-4226-B14B-C3A28B0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Research GEO: Сомали · Бангладеш · Марокко · Египет · Таиланд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008C0-38EA-48CA-92A4-1E89491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F963-347F-4017-9F4C-A7401F8B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74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AB396-53A0-44AF-9DB2-953D810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Бизнес-модель растёт с доказанной ценностью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BA1E-F54E-4196-A212-49CD6D8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Комиссия только за успешно исполненные автоматические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DAAC9-0550-4F5B-A536-D61684B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770E-A3BC-4192-9CAE-F6C39EA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Закрытая альфа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CF830-C6C9-4FF4-9D88-9833CB8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0% maker / 0% taker · считаем виртуальную комиссию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EF139-9283-42A5-BAAA-547DC3E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50F34-E816-4248-967E-E404F54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539A5-E4DB-4453-8177-B3F8F051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Первые платные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C2862-9443-4884-A64D-52DBF93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0,25% maker / 0,50% taker · агенту 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8C63C-739D-4EE2-9D2E-40D0DAD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DD58-24A4-4621-A380-BB7C814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AE222-2918-42EC-9377-A4D334E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57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Подтверждённый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AF34-06AE-49E8-AFAD-604465E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0,35% maker / 0,75% taker · агенту 25–30%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92A3-7D70-4949-893D-6A952AF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2D21-F4B3-436B-BA97-CC4173A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VIP-пределы: maker до 0,50% · taker до 1% · агенту до 35%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C528A-3C74-4998-8A8A-62D65C2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0977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C5C7-9232-4BFA-B630-EC5EB57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Экономика одного активного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7FB4-8255-4376-9C33-6779577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$200 баланс · $800 автоматического оборота в месяц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A83D0-3185-4203-8663-4E32C71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E116-FFEE-4436-ADA9-1F9C17E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9FEF7-C441-42C4-8DE8-C14C4CE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Средняя комиссия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4DB8-95D8-42AB-A569-94A5E6D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0,406% на первом платном тарифе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879B-EF15-4A71-90E9-2AA1258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6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E5393-659D-4977-9E63-65F7DC6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Комиссия пользователя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CFDE-7608-4544-B310-FE1103D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$3,25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D48CC-ECE4-40D4-B3FF-7B960644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436A-55F3-4B37-95ED-39F4980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Агенту 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BF614-5A00-41DE-8652-A9389B7A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$0,81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E4D2-8CC6-4455-A83A-4397579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8D3F-6DAD-49EC-BB40-2F03CF0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Сервису до расходов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61819-03DB-4AF6-8AA9-BD6E239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$2,44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37F8A-24F5-4550-A8D6-4B1AEA5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6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3AE1F-A096-4324-BCFB-88D7994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После подтверждения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0E2D-45A6-4884-9C09-FF652C4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$4,80 комиссии · $1,20 агенту · $3,60 сервису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563CA-B608-44AC-8C1A-9A7241A6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191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E5FBB-A854-4B64-8C4A-AEAC0A9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Вывод: агенту нужен объём клиентов; малые балансы дают мало выручки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65073-A14C-4A2F-BA58-2B7AEDE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76A29-A162-4FB5-A993-4667A73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569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90F75-1513-4DC2-B541-4C3FFF55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Агентская модель: доля от комиссии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493B4-F653-4885-A9F8-D24C968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Простая схема, которую можно объяснить одним сообщением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D93DA-C446-48D1-ACBE-56EB393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3A25-BFF2-4C76-A53A-2676A54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Как начисляется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44630-AB40-464D-9F2B-CA301AB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доля агента =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полученная комиссия × ставка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AB9A-94E5-4B82-AA87-A2D4B47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34E57-0A90-44A9-9CB1-20EF3BB8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Закрепление клиента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30E81-57FC-410D-8485-A471A6C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24 месяца · lifetime только VIP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939EC-4322-412B-A20E-6942DD21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7 дней pending · выплаты раз в 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3F240-CF7B-4752-B57D-564B86E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96B62"/>
                </a:solidFill>
                <a:latin typeface="Arial"/>
                <a:ea typeface="Arial"/>
                <a:cs typeface="Arial"/>
              </a:rPr>
              <a:t>Минимум выплаты $25. Агенту нужен готовый пакет: ссылка, текст, демо, FAQ и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AC29-7A83-4580-BD2A-28B689F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AD90-3D2C-415B-8580-C92A37F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32A85-918A-4CAB-8ADC-AEEE29CE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087F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9D4E6-039A-4877-9CBD-59448D55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D4E9-FD7B-4F34-AFF8-F613EE53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D6B30-F4CD-4370-B3AC-3AA4A4B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базовая ставка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E19C5-C3DE-4334-AD62-F01905E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0B24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CD52F-0E0D-4F1C-B3FB-806EEF62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24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436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C0CAB-F7D9-40C6-BB95-44E490F3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ПОДТВЕРЖДЁННЫЙ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330D5-61F8-4919-89A5-D092590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после результатов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79003-B3B0-48F5-BB90-A7AAAFB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D964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6912F-F534-4256-BA1F-5A95E6F2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64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642C"/>
                </a:solidFill>
                <a:latin typeface="Arial"/>
                <a:ea typeface="Arial"/>
                <a:cs typeface="Arial"/>
              </a:rPr>
              <a:t>до 35%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F0FD4-1F0B-42CE-A54D-85FB2015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VIP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D7D25-9CBA-4C8F-BE52-EDBDBD3F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стратегический партнёр</a:t>
            </a:r>
          </a:p>
        </p:txBody>
      </p:sp>
    </p:spTree>
    <p:extLst>
      <p:ext uri="{BB962C8B-B14F-4D97-AF65-F5344CB8AC3E}">
        <p14:creationId xmlns:p14="http://schemas.microsoft.com/office/powerpoint/2010/main" val="43465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0E46B-B835-4428-9304-6E71CC2D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Сначала доказываем идею без реальных денег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85B0-997C-4CA6-853B-98F9F51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6–10 пользователей проходят 72-часовой live shadow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A179-757E-4E5E-8044-03F2B73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5F6D-577F-44BB-9547-63D3300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4D1E-DA4E-4AC0-83A2-44BB901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27E5-26BB-4402-9968-3409B5D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Понимание ценности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DED2F-AE34-4051-8597-819BB4A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≥70% понимают пользу и отсутствие гарантии прибыли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CAF-A120-4BCF-B2BC-D170CF8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7917-4FC4-44FB-86EB-DAB71306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FAA36-A3B6-4E9E-BCB4-C545E18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75A6D-BE4E-4115-A876-852714B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Польза shadow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3E5F4-8C44-4C70-A918-2EB675E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≥50% считают live shadow полезнее одного backtest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A3646-F2DD-4951-83CA-8F5AF64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1531A-E076-4115-9F9E-6A5A0F2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AFA1-0905-4305-B3BB-1DFAF2E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C5644-0F8E-4B33-A132-AA542D3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Завершение теста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3D35-B18E-4CDA-BBE0-9770FEC5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≥3 проходят все 72 часа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32C89-1D26-4065-81C6-3F47604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22FA2-DD2C-413D-B605-65AE46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77F9B-C56F-48BF-A87B-BDC931A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45295-4CFC-44C2-96D7-AEF0136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Готовность платить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30435-EB1B-430F-88B5-C4268F7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≥2 готовы обсудить будущую автоматизацию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D1F8-2CF3-4818-BF49-6516CEF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8C2C-628A-4D2C-ACE0-46EA4433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1AB8A-EB82-45DB-AA63-ACD138F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88356-80D9-4516-9383-910BADB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Следующий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34DF8-70F8-4D9A-974A-14CAE9E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Только затем: Figma, техспайки, paper trading и альфа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3F12C-156C-4004-8B19-7941A4C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5975F-736B-4D22-B319-B63B50D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0066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9D5A8-3F00-4183-9130-E7AB839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идея может вырасти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6EAC7-30B3-4066-86C1-77C1B11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FC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8D3"/>
                </a:solidFill>
                <a:latin typeface="Arial"/>
                <a:ea typeface="Arial"/>
                <a:cs typeface="Arial"/>
              </a:rPr>
              <a:t>Есть канал привлечения, понятная боль и модель дохода — риски ещё проверяются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849FC-7B5E-4A36-9B54-BC0B3CB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86CC-965C-495D-8079-7FDDD81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Сильная сторона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A3C6-BE36-4FD0-95D5-15E775F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Агентский канал даёт доступ к пользователям с USDT и интересом к новому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5BC4-EBCD-4A82-965C-BE9F9DB6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AE23E-555B-4F9F-9C29-BEE35C3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не доказано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1DFE9-620F-4D3C-B92C-93F090D4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Качество копирования, удержание, поддержка и допустимость по GEO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F7FEA-369F-44CD-82C5-65498BA6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3CB0-F8BA-4272-BFED-3A016D6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нужно сейчас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38A5-9A1D-402E-BEF0-55841760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6–10 тестеров, отзывы партнёров, expertise по execution и безопасности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6F3E5-98BB-468D-8499-A66EA1A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C9534-3C93-491C-8519-B9940767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Следующий результат: агентский пакет v0 и сценарий 72-часового shadow-теста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716CC-EFBF-4F6B-865B-B2A5D7B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870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2026-09-25T12:03:02.5820000Z</dcterms:created>
  <dcterms:modified xsi:type="dcterms:W3CDTF">2026-09-25T12:03:02.5820000Z</dcterms:modified>
</coreProperties>
</file>